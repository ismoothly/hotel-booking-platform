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这一页先交代项目定位和技术底座，让评委快速建立上下文。
2. 我们的核心不是“功能堆叠”，而是交易场景下的一致性与安全性。
3. 后续内容会按“目标-架构-关键机制-验证结果”展开。
4. 重点会放在并发控制和权限边界这两个高风险点。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我们先从约束出发设计系统，而不是先写接口再补治理。
2. 酒店预订是库存敏感业务，超卖是第一风险，所以并发控制必须内建。
3. 多端统一后端意味着接口风格和鉴权机制必须一致。
4. 同时考虑到项目演进，迁移成本要可控。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架构采用典型前后端分离，核心价值是多端复用同一套服务能力。
2. 统一中间件层是治理抓手，能把安全和稳定性做成平台能力。
3. 控制器只负责流程编排，避免业务逻辑散落在路由层。
4. 这样后续加端、加功能时不会破坏原有结构。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分层的目标是“职责单一”，方便定位问题和做变更评估。
2. 横切逻辑放到中间件，避免每个接口重复写安全代码。
3. 这套结构也更适合团队协作，不同角色可以并行开发。
4. 从维护角度看，故障定位路径更短。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我们把“你是谁”和“你能做什么”分开处理，避免权限逻辑混乱。
2. RBAC 的价值是边界清晰，能显著降低越权风险。
3. 管理员、商户、用户三类角色权限严格隔离。
4. 关键接口统一走鉴权中间件，减少遗漏点。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业务流设计强调状态可追踪，尤其是订单状态的闭环管理。
2. 酒店侧有审核发布流程，保证平台内容质量和合规性。
3. 统一响应结构能降低前端联调成本。
4. 这部分设计也为后续审计和问题追溯提供基础。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这一页是答辩重点：我们不是单点方案，而是“限流+事务+乐观锁”组合拳。
2. 限流挡住异常流量，事务保证支付链路原子性，乐观锁解决并发扣减冲突。
3. 当 modifiedCount 为 0 时立即判定库存竞争失败并回滚，避免超卖。
4. 该方案在业务复杂度和实现成本之间做了平衡。
5. 如果后续多实例扩容，可进一步引入 Redis 分布式锁。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数据建模直接围绕业务对象，避免过度范式化导致查询复杂。
2. 索引优先覆盖高频查询路径，以读性能换取用户体验稳定。
3. 迁移策略强调可回滚，这是生产变更的底线。
4. 我们通过文档和脚本把迁移流程标准化，降低人为风险。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稳定性设计关注“出错后可恢复、可追踪”。
2. 安全设计关注“未授权不可达、异常流量可抑制”。
3. 日志不仅用于排错，也用于审计和容量评估。
4. 这套机制使系统具备基本生产可用性。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工程化的核心是“可复制”，让新同学能快速进入开发状态。
2. 文档和脚本是降沟通成本、降运维风险的关键资产。
3. 未来演进路线聚焦在扩容场景和观测能力增强。
4. 当前方案可满足中小规模业务，并为扩展预留接口。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酒店预订平台后端设计方法（答辩版）</dc:title>
  <dc:subject>PptxGenJS Presentation</dc:subject>
  <dc:creator>Created by Marp</dc:creator>
  <cp:lastModifiedBy>Created by Marp</cp:lastModifiedBy>
  <cp:revision>1</cp:revision>
  <dcterms:created xsi:type="dcterms:W3CDTF">2026-02-28T07:07:10Z</dcterms:created>
  <dcterms:modified xsi:type="dcterms:W3CDTF">2026-02-28T07:07:10Z</dcterms:modified>
</cp:coreProperties>
</file>